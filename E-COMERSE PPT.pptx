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40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84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23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2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4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4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13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77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36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64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 with Insights and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04-25 17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242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Prompt and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t>Prompt:</a:t>
            </a:r>
          </a:p>
          <a:p>
            <a:r>
              <a:t>Create an interactive Power BI dashboard showcasing key metrics for an e-commerce platform, such as sales performance, profits, product categories, customer contributions, and payment modes.</a:t>
            </a:r>
          </a:p>
          <a:p>
            <a:endParaRPr/>
          </a:p>
          <a:p>
            <a:r>
              <a:t>Overview:</a:t>
            </a:r>
          </a:p>
          <a:p>
            <a:r>
              <a:t>- Visualizes sales by state, customer, and sub-category</a:t>
            </a:r>
          </a:p>
          <a:p>
            <a:r>
              <a:t>- Tracks monthly profit variations</a:t>
            </a:r>
          </a:p>
          <a:p>
            <a:r>
              <a:t>- Displays mode of payments and product categories</a:t>
            </a:r>
          </a:p>
          <a:p>
            <a:r>
              <a:t>- Includes a map for geographic insights</a:t>
            </a:r>
          </a:p>
          <a:p>
            <a:endParaRPr/>
          </a:p>
          <a:p>
            <a:r>
              <a:t>Key KPIs:</a:t>
            </a:r>
          </a:p>
          <a:p>
            <a:r>
              <a:t>- Total Profit: 37K</a:t>
            </a:r>
          </a:p>
          <a:p>
            <a:r>
              <a:t>- Total Sales Amount: 438K</a:t>
            </a:r>
          </a:p>
          <a:p>
            <a:r>
              <a:t>- Quantity Sold: 5615</a:t>
            </a:r>
          </a:p>
          <a:p>
            <a:r>
              <a:t>- Average Sales: 121K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</TotalTime>
  <Words>103</Words>
  <Application>Microsoft Office PowerPoint</Application>
  <PresentationFormat>On-screen Show (4:3)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Gallery</vt:lpstr>
      <vt:lpstr>E-Commerce Sales Dashboard</vt:lpstr>
      <vt:lpstr>PowerPoint Presentation</vt:lpstr>
      <vt:lpstr>Project Prompt and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Abhay</dc:creator>
  <cp:keywords/>
  <dc:description>generated using python-pptx</dc:description>
  <cp:lastModifiedBy>abhay more</cp:lastModifiedBy>
  <cp:revision>3</cp:revision>
  <dcterms:created xsi:type="dcterms:W3CDTF">2013-01-27T09:14:16Z</dcterms:created>
  <dcterms:modified xsi:type="dcterms:W3CDTF">2025-04-25T11:42:00Z</dcterms:modified>
  <cp:category/>
</cp:coreProperties>
</file>